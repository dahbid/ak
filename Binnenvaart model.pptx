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EBE16-0F38-42B1-93C9-69B09BD87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E040EA8-EC18-4796-A804-1500AB73E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6EEBF35-3D4E-45A3-9845-BA41ACC4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E1023B0-E5C9-472C-AAC2-3AC59B08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D5E49D8-1A64-47E9-B02E-16A11F3D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404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9C04C-D0FC-49E0-804A-1E7B0F72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F7D6D5-A5D2-4892-A64A-68F149528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86A128-8AD0-482C-83CA-F87EE8FC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ED4DE2-3132-4ABD-858E-E4194B0E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31574E7-D981-4941-94A7-E5DB40DA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412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00D4D-B459-4618-A23A-39459194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E258896-06E5-4BBF-8483-84D13D933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9AAA1D-E253-4247-827B-757893B7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B325BE6-9C6A-4AAF-8A36-3A6B9E82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E5664E-F599-4EEE-BE02-372D3543C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066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2074C-D725-4A30-B78C-17D5EB2B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B69A3F-3EAA-4AF1-B104-B6683B414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2D2B245-8A93-4399-95F7-0B503E3B6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5B0388B-7BFD-4D35-81AE-528C7999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B33A3BA-01BD-46A5-A4FE-EC94EDFE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54767CC-0C74-4B3C-BCA6-AD639190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320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003A5-9D71-4EED-8E10-8F920317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C9C966-9120-4107-9CA4-D32532C97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3E798E3-67AD-4713-B72E-ACE1FB8B1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2F3EB85-1E07-4673-A70B-C205DA934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B0A54CE-CEB7-4B62-B4D8-0429630DF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6C41A15-6733-4D28-918A-A3145B67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EBEA239-6F34-467D-969B-B1E9FC05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E1D11DE-BBC3-45F5-8F39-D4C7EB20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301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D6ADE-107B-43B6-A725-7D603FC3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BE92CFF-05F3-4EBF-824D-BDEB97AB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C8100B8-067B-4C43-B316-05120169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DAF48A-F488-4F10-AB57-EAC84536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699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F214DE0-D445-4DF1-B4EE-822337E9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51C92EA-B7A3-4F1D-AC2F-67819693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5371EE7-60D6-4130-B214-20296BC8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500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DD015-D265-4568-9510-4969B750B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CB06F19-B485-46D5-A5E4-DA290B379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6FB24AD-3B27-469A-8D45-0D74D3EDB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A928912-30FF-405F-9E55-BF8A74E8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63406FE-B7FB-4E1A-B7D2-0AAD29B2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5AD0F4-6E08-4F06-92D8-643C99D7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052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59674-2C6F-4006-BF7C-8950137E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A3FCB3B-6546-4D1A-BD3B-05BD774C7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05C71F9-5FA3-45A6-A261-33B5002AC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4203314-8F0D-421A-909D-4A1CCC68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AFCE655-486D-47A8-9DBE-9F6B9E18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9014667-9049-4B42-8103-1835C9F4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293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D8C35-75ED-45A5-8FC9-09A4668D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A93FA54-B171-42A5-B946-C59CD2BB4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AB8957-72BC-4C3C-A7C7-527DC32B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6BA4068-4023-42AB-B528-28BEB44D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C769A9D-74E8-4320-97F1-710FE13A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598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603D19B-87BE-4F4F-8BE7-56E98BC09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63B521A-48BC-4481-A6CD-74CBE8D49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F9CDAC4-BC63-4444-8B65-A2DF8EA0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A696D73-C9CC-43F5-9355-FFAD5BFA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8EF879-AEE8-4C81-A4EE-4BD64F4E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63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5DA2782-2D93-4224-8650-3BDA00ED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AB8A0E9-9E06-4E3F-B377-2EAB425B8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08C496-EEEC-4FDB-AABC-C639A49E3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EB0FC-E30B-441F-8870-E4C21DC81155}" type="datetimeFigureOut">
              <a:rPr lang="nl-NL" smtClean="0"/>
              <a:t>3-12-2018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17A03C6-2A93-47D0-9F94-96B701FC5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8901F4-07DE-4F43-88A4-4CE17ABBF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C8605-379C-46F2-8375-32266D520CC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2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54F8D-CBCD-4820-B235-9C9EA0489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Binnenvaart model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59452D1-BD01-4EDD-A184-1315B6DD0D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04-12-2018</a:t>
            </a:r>
          </a:p>
        </p:txBody>
      </p:sp>
    </p:spTree>
    <p:extLst>
      <p:ext uri="{BB962C8B-B14F-4D97-AF65-F5344CB8AC3E}">
        <p14:creationId xmlns:p14="http://schemas.microsoft.com/office/powerpoint/2010/main" val="121752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34E74-94C1-41B7-BF1A-63AC2525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V&amp;V en NR cijfers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CD9202-EFCB-4D1E-A4B3-9D2BADFB4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Absolute getallen</a:t>
            </a:r>
          </a:p>
        </p:txBody>
      </p:sp>
    </p:spTree>
    <p:extLst>
      <p:ext uri="{BB962C8B-B14F-4D97-AF65-F5344CB8AC3E}">
        <p14:creationId xmlns:p14="http://schemas.microsoft.com/office/powerpoint/2010/main" val="78066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5DDA4-A19F-4EF7-8F26-DCF43691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V&amp;V en NR cijfers (2)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F50123-74E7-4719-8136-1B43372D0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Ontwikkelingen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28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00EA0-93DF-4B68-890E-74F42AD7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3 modellen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990481-2D13-44C0-A3FC-C4D4169DF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Absolute cijfers NR	  ~	Absolute cijfers V&amp;V	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Ontwikkelingen NR       ~	Absolute cijfers V&amp;V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Ontwikkelingen NR	  ~	Ontwikkelingen V&amp;V</a:t>
            </a:r>
          </a:p>
        </p:txBody>
      </p:sp>
    </p:spTree>
    <p:extLst>
      <p:ext uri="{BB962C8B-B14F-4D97-AF65-F5344CB8AC3E}">
        <p14:creationId xmlns:p14="http://schemas.microsoft.com/office/powerpoint/2010/main" val="403353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B8F49-C4E2-4F08-B5D0-FE54E4B4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3 modellen (2)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E7D27EB-16FE-44B5-AC55-126CA9909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41289"/>
              </p:ext>
            </p:extLst>
          </p:nvPr>
        </p:nvGraphicFramePr>
        <p:xfrm>
          <a:off x="271639" y="2524136"/>
          <a:ext cx="11920361" cy="199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Worksheet" r:id="rId3" imgW="9153625" imgH="1533591" progId="Excel.Sheet.12">
                  <p:embed/>
                </p:oleObj>
              </mc:Choice>
              <mc:Fallback>
                <p:oleObj name="Worksheet" r:id="rId3" imgW="9153625" imgH="153359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639" y="2524136"/>
                        <a:ext cx="11920361" cy="1997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334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4925D-D232-4CCD-B4CB-E29AB5C7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18"/>
            <a:ext cx="10515600" cy="1325563"/>
          </a:xfrm>
        </p:spPr>
        <p:txBody>
          <a:bodyPr/>
          <a:lstStyle/>
          <a:p>
            <a:r>
              <a:rPr lang="nl-NL" dirty="0"/>
              <a:t>Voorspellingen model 1: </a:t>
            </a:r>
            <a:br>
              <a:rPr lang="nl-NL" dirty="0"/>
            </a:br>
            <a:r>
              <a:rPr lang="nl-NL" dirty="0"/>
              <a:t>absolute cijfers NR en absolute cijfers V&amp;V</a:t>
            </a:r>
          </a:p>
        </p:txBody>
      </p:sp>
      <p:pic>
        <p:nvPicPr>
          <p:cNvPr id="19" name="Tijdelijke aanduiding voor inhoud 18" descr="Afbeelding met kaart, lucht, tekst, weergeven&#10;&#10;Automatisch gegenereerde beschrijving">
            <a:extLst>
              <a:ext uri="{FF2B5EF4-FFF2-40B4-BE49-F238E27FC236}">
                <a16:creationId xmlns:a16="http://schemas.microsoft.com/office/drawing/2014/main" id="{0ED633F7-24D9-45FB-9A61-6B48B8337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7" y="1459981"/>
            <a:ext cx="10799086" cy="5398019"/>
          </a:xfrm>
        </p:spPr>
      </p:pic>
    </p:spTree>
    <p:extLst>
      <p:ext uri="{BB962C8B-B14F-4D97-AF65-F5344CB8AC3E}">
        <p14:creationId xmlns:p14="http://schemas.microsoft.com/office/powerpoint/2010/main" val="225182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C4413-51C6-42F0-9768-1C7583BB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18"/>
            <a:ext cx="10515600" cy="1325563"/>
          </a:xfrm>
        </p:spPr>
        <p:txBody>
          <a:bodyPr/>
          <a:lstStyle/>
          <a:p>
            <a:r>
              <a:rPr lang="nl-NL" dirty="0"/>
              <a:t>Voorspellingen model 2: </a:t>
            </a:r>
            <a:br>
              <a:rPr lang="nl-NL" dirty="0"/>
            </a:br>
            <a:r>
              <a:rPr lang="nl-NL" dirty="0"/>
              <a:t>ontwikkelingen NR en absolute cijfers V&amp;V</a:t>
            </a:r>
          </a:p>
        </p:txBody>
      </p:sp>
      <p:pic>
        <p:nvPicPr>
          <p:cNvPr id="5" name="Tijdelijke aanduiding voor inhoud 4" descr="Afbeelding met verschillend, weergeven, kaart, vlieger&#10;&#10;Automatisch gegenereerde beschrijving">
            <a:extLst>
              <a:ext uri="{FF2B5EF4-FFF2-40B4-BE49-F238E27FC236}">
                <a16:creationId xmlns:a16="http://schemas.microsoft.com/office/drawing/2014/main" id="{7ED7DD63-9AFC-4CD2-95F5-29EC0E5F7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7" y="1459981"/>
            <a:ext cx="10799086" cy="5398019"/>
          </a:xfrm>
        </p:spPr>
      </p:pic>
    </p:spTree>
    <p:extLst>
      <p:ext uri="{BB962C8B-B14F-4D97-AF65-F5344CB8AC3E}">
        <p14:creationId xmlns:p14="http://schemas.microsoft.com/office/powerpoint/2010/main" val="274462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149CD-59F9-43CE-98E1-165B8BDE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418"/>
            <a:ext cx="10515600" cy="1325563"/>
          </a:xfrm>
        </p:spPr>
        <p:txBody>
          <a:bodyPr/>
          <a:lstStyle/>
          <a:p>
            <a:r>
              <a:rPr lang="nl-NL" dirty="0"/>
              <a:t>Voorspellingen model 3: </a:t>
            </a:r>
            <a:br>
              <a:rPr lang="nl-NL" dirty="0"/>
            </a:br>
            <a:r>
              <a:rPr lang="nl-NL" dirty="0"/>
              <a:t>ontwikkelingen NR en ontwikkelingen V&amp;V</a:t>
            </a:r>
          </a:p>
        </p:txBody>
      </p:sp>
      <p:pic>
        <p:nvPicPr>
          <p:cNvPr id="13" name="Tijdelijke aanduiding voor inhoud 12" descr="Afbeelding met vlieger, kaart, weergeven, verschillend&#10;&#10;Automatisch gegenereerde beschrijving">
            <a:extLst>
              <a:ext uri="{FF2B5EF4-FFF2-40B4-BE49-F238E27FC236}">
                <a16:creationId xmlns:a16="http://schemas.microsoft.com/office/drawing/2014/main" id="{65136D1A-AAF7-4D27-8255-8F7ED65F0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7" y="1459981"/>
            <a:ext cx="10799086" cy="5398019"/>
          </a:xfrm>
        </p:spPr>
      </p:pic>
    </p:spTree>
    <p:extLst>
      <p:ext uri="{BB962C8B-B14F-4D97-AF65-F5344CB8AC3E}">
        <p14:creationId xmlns:p14="http://schemas.microsoft.com/office/powerpoint/2010/main" val="347795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6BF44-323B-462B-9C12-A2F5F847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Verschillen met de flash raming	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9C2E838-0A5B-4F7F-A9E2-D15C7C0B601E}"/>
              </a:ext>
            </a:extLst>
          </p:cNvPr>
          <p:cNvSpPr txBox="1"/>
          <p:nvPr/>
        </p:nvSpPr>
        <p:spPr>
          <a:xfrm>
            <a:off x="838200" y="1483609"/>
            <a:ext cx="723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sz="1400" dirty="0"/>
              <a:t>Absolute cijfers NR	~	Absolute cijfers V&amp;V	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1400" dirty="0"/>
              <a:t>Ontwikkelingen NR                	~	Absolute cijfers V&amp;V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1400" dirty="0"/>
              <a:t>Ontwikkelingen NR	~	Ontwikkelingen V&amp;V</a:t>
            </a:r>
          </a:p>
          <a:p>
            <a:endParaRPr lang="nl-NL" dirty="0"/>
          </a:p>
        </p:txBody>
      </p:sp>
      <p:graphicFrame>
        <p:nvGraphicFramePr>
          <p:cNvPr id="5" name="Tijdelijke aanduiding voor inhoud 4">
            <a:extLst>
              <a:ext uri="{FF2B5EF4-FFF2-40B4-BE49-F238E27FC236}">
                <a16:creationId xmlns:a16="http://schemas.microsoft.com/office/drawing/2014/main" id="{B1C82220-18E8-4D88-8638-672D86C1345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261213"/>
              </p:ext>
            </p:extLst>
          </p:nvPr>
        </p:nvGraphicFramePr>
        <p:xfrm>
          <a:off x="838199" y="2582862"/>
          <a:ext cx="10828933" cy="212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3" imgW="8772465" imgH="1724111" progId="Excel.Sheet.12">
                  <p:embed/>
                </p:oleObj>
              </mc:Choice>
              <mc:Fallback>
                <p:oleObj name="Worksheet" r:id="rId3" imgW="8772465" imgH="172411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199" y="2582862"/>
                        <a:ext cx="10828933" cy="212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073317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53</Words>
  <Application>Microsoft Office PowerPoint</Application>
  <PresentationFormat>Breedbeeld</PresentationFormat>
  <Paragraphs>18</Paragraphs>
  <Slides>9</Slides>
  <Notes>0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2</vt:i4>
      </vt:variant>
      <vt:variant>
        <vt:lpstr>Diatitels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Kantoorthema</vt:lpstr>
      <vt:lpstr>Worksheet</vt:lpstr>
      <vt:lpstr>Microsoft Excel-werkblad</vt:lpstr>
      <vt:lpstr>Binnenvaart model</vt:lpstr>
      <vt:lpstr>Vergelijking V&amp;V en NR cijfers</vt:lpstr>
      <vt:lpstr>Vergelijking V&amp;V en NR cijfers (2)</vt:lpstr>
      <vt:lpstr>3 modellen</vt:lpstr>
      <vt:lpstr>3 modellen (2)</vt:lpstr>
      <vt:lpstr>Voorspellingen model 1:  absolute cijfers NR en absolute cijfers V&amp;V</vt:lpstr>
      <vt:lpstr>Voorspellingen model 2:  ontwikkelingen NR en absolute cijfers V&amp;V</vt:lpstr>
      <vt:lpstr>Voorspellingen model 3:  ontwikkelingen NR en ontwikkelingen V&amp;V</vt:lpstr>
      <vt:lpstr>Verschillen met de flash raming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Binnenvaart model</dc:title>
  <dc:creator>David</dc:creator>
  <cp:lastModifiedBy>David</cp:lastModifiedBy>
  <cp:revision>33</cp:revision>
  <dcterms:created xsi:type="dcterms:W3CDTF">2018-12-02T13:49:02Z</dcterms:created>
  <dcterms:modified xsi:type="dcterms:W3CDTF">2018-12-03T19:19:03Z</dcterms:modified>
</cp:coreProperties>
</file>